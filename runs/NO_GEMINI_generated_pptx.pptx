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Char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064640" y="2790720"/>
            <a:ext cx="33613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2 Tabl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760720" y="2790720"/>
            <a:ext cx="466488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770040" y="2790720"/>
            <a:ext cx="46609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br>
              <a:rPr sz="4400"/>
            </a:b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br>
              <a:rPr sz="4400"/>
            </a:b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 Content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Imag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pic"/>
          </p:nvPr>
        </p:nvSpPr>
        <p:spPr>
          <a:xfrm>
            <a:off x="7074000" y="2790720"/>
            <a:ext cx="335124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Tab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074000" y="2790720"/>
            <a:ext cx="335160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Slide - Main Headline"/>
          <p:cNvSpPr>
            <a:spLocks noGrp="1"/>
          </p:cNvSpPr>
          <p:nvPr>
            <p:ph type="title" hasCustomPrompt="1"/>
          </p:nvPr>
        </p:nvSpPr>
        <p:spPr>
          <a:xfrm>
            <a:off x="1207080" y="223776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Joint Reasoning for Temporal and Causal Relations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Slide 1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Background &amp; Problem Statement</a:t>
            </a:r>
          </a:p>
        </p:txBody>
      </p:sp>
      <p:sp>
        <p:nvSpPr>
          <p:cNvPr id="1011" name="Slide 1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Standard deep neural networks demand massive human-annotated datasets for high classification performance.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Manual label acquisition creates substantial overhead in cost, time, and human effort.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Self-supervised learning offers a pathway to bypass expensive annotation requirements.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84"/>
      </a:accent1>
      <a:accent2>
        <a:srgbClr val="FDB931"/>
      </a:accent2>
      <a:accent3>
        <a:srgbClr val="666666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 pitchFamily="0" charset="1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 pitchFamily="0" charset="1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2016-08-12T21:58:39Z</dcterms:created>
  <dc:creator>Gray Luckett</dc:creator>
  <dc:description/>
  <dc:language>en-US</dc:language>
  <cp:lastModifiedBy/>
  <dcterms:modified xsi:type="dcterms:W3CDTF">2026-10-14T00:50:54Z</dcterms:modified>
  <cp:revision>28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