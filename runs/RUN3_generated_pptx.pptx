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A Case Study on Neural Headline Generation for Editing Support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Background &amp; Problem Statement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Standard deep neural networks demand massive human-annotated datasets for high classification performance.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Manual label acquisition creates substantial overhead in cost, time, and human effort.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Self-supervised learning offers a pathway to bypass expensive annotation requirements.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