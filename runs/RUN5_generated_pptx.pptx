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6"/>
    <p:sldId id="259" r:id="rId7"/>
    <p:sldId id="260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Char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064640" y="2790720"/>
            <a:ext cx="33613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2 Tabl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760720" y="2790720"/>
            <a:ext cx="466488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770040" y="2790720"/>
            <a:ext cx="46609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br>
              <a:rPr sz="4400"/>
            </a:b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br>
              <a:rPr sz="4400"/>
            </a:b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Content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pic"/>
          </p:nvPr>
        </p:nvSpPr>
        <p:spPr>
          <a:xfrm>
            <a:off x="7074000" y="2790720"/>
            <a:ext cx="335124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Tab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074000" y="2790720"/>
            <a:ext cx="335160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Slide - Main Headline"/>
          <p:cNvSpPr>
            <a:spLocks noGrp="1"/>
          </p:cNvSpPr>
          <p:nvPr>
            <p:ph type="title" hasCustomPrompt="1"/>
          </p:nvPr>
        </p:nvSpPr>
        <p:spPr>
          <a:xfrm>
            <a:off x="1207080" y="223776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Semantically-Aligned Equation Generation for Solving and Reasoning Math Word Problems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Slide 1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Introduction to Math Word Problem Solving</a:t>
            </a:r>
          </a:p>
        </p:txBody>
      </p:sp>
      <p:sp>
        <p:nvSpPr>
          <p:cNvPr id="1011" name="Slide 1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Evaluating machine reading comprehension, multi-step reasoning, and real-world understanding.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Human problem-solving requires identifying target goals, interpreting numerical semantics, and structuring equations.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Prior work predominantly relied on lexical hand-crafted features, leaving genuine semantic comprehension questionable.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Existing models were often evaluated on small datasets, limiting their generalizability.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0" name="Slide 2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Proposed Approach: Semantic Modeling with Stack Decoder</a:t>
            </a:r>
          </a:p>
        </p:txBody>
      </p:sp>
      <p:sp>
        <p:nvSpPr>
          <p:cNvPr id="1021" name="Slide 2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Humans naturally pair semantic meanings to numbers and operators during equation formulation.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Semantic context of operands dictates valid mathematical operators (e.g., adding unit price to item quantity is invalid).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Proposes an end-to-end neural encoder-decoder architecture.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The encoder captures numerical semantic meanings while a stack-augmented decoder tracks operand states during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0" name="Slide 3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Key Contributions</a:t>
            </a:r>
          </a:p>
        </p:txBody>
      </p:sp>
      <p:sp>
        <p:nvSpPr>
          <p:cNvPr id="1031" name="Slide 3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Pioneers the explicit modeling of operand and operator semantics for math word problems.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Introduces an end-to-end neural solver utilizing a stack-based decoding mechanism.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Achieves state-of-the-art accuracy on the Math23K benchmark dataset.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Enables interpretable step-by-step reasoning throughout equation construction.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0" name="Slide 4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Related Work and Evolution</a:t>
            </a:r>
          </a:p>
        </p:txBody>
      </p:sp>
      <p:sp>
        <p:nvSpPr>
          <p:cNvPr id="1041" name="Slide 4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Traditional systems depended on manual features, including POS tags, dependency tree paths, and keyword trigger lists.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Early semi-automated methods used two-stage template extraction and quantity slot-filling.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Recent paradigms shift toward end-to-end neural models free of manual engineering.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The proposed model eliminates hand-crafted heuristics while preserving deep semantic grounding.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4"/>
      </a:accent1>
      <a:accent2>
        <a:srgbClr val="FDB931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 pitchFamily="0" charset="1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 pitchFamily="0" charset="1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2016-08-12T21:58:39Z</dcterms:created>
  <dc:creator>Gray Luckett</dc:creator>
  <dc:description/>
  <dc:language>en-US</dc:language>
  <cp:lastModifiedBy/>
  <dcterms:modified xsi:type="dcterms:W3CDTF">2026-10-14T00:50:54Z</dcterms:modified>
  <cp:revision>28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